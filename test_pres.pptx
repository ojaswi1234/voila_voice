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4800">
                <a:solidFill>
                  <a:srgbClr val="FFFFFF"/>
                </a:solidFill>
                <a:latin typeface="Segoe UI"/>
              </a:defRPr>
            </a:pPr>
            <a:r>
              <a:t>TEST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4114800"/>
            <a:ext cx="1828800" cy="25400"/>
          </a:xfrm>
          <a:prstGeom prst="ellipse">
            <a:avLst/>
          </a:prstGeom>
          <a:ln w="50800">
            <a:solidFill>
              <a:srgbClr val="FF6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Segoe UI"/>
              </a:defRPr>
            </a:pPr>
            <a:r>
              <a:t>DOCKER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FF6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159fc7093b51d713e515677cb43327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5486400" cy="7797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