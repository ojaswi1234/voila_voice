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FAIL DOWNLOAD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63071bff89fba408c700d7390bea3f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98257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