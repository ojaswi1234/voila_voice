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0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solidFill>
                  <a:srgbClr val="00FFCC"/>
                </a:solidFill>
              </a:defRPr>
            </a:pPr>
            <a:r>
              <a:t>Content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DCDCDC"/>
                </a:solidFill>
              </a:defRPr>
            </a:pPr>
            <a:r>
              <a:t>Temp is 45°C and fan is 1200 RPM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