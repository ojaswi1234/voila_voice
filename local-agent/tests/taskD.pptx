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61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FFFFFF"/>
                </a:solidFill>
              </a:defRPr>
            </a:pPr>
            <a:r>
              <a:t>Pipeline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C8C8C8"/>
                </a:solidFill>
              </a:defRPr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61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FFFFFF"/>
                </a:solidFill>
              </a:defRPr>
            </a:pPr>
            <a:r>
              <a:t>Pass Count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{"1": 100, "2": 90}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61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FFFFFF"/>
                </a:solidFill>
              </a:defRPr>
            </a:pPr>
            <a:r>
              <a:t>Failures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2286000" cy="1371600"/>
          </a:xfrm>
          <a:prstGeom prst="rect">
            <a:avLst/>
          </a:prstGeom>
          <a:solidFill>
            <a:srgbClr val="2020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6E40"/>
                </a:solidFill>
              </a:defRPr>
            </a:pPr>
            <a:r>
              <a:t>Timeout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FFFFFF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